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Gene Graph 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Embed the gene co-occurrence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Embed the gene co-occurrence graph.  This is experiment 13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Learn low-dimensional gene representations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Build adjacency, apply Truncated SVD, aggregate per sample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This exploratory notebook produced tabular outputs.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See the consolidated report tables for the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Mild improvement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Not a primary module for every drug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module; consolidated in experiment 14.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Mild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