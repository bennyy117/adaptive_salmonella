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External Validation: Tetracycline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First external proof using BV-BRC annotations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First external proof using BV-BRC annotations.  This is experiment 17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Validate on an external tetracycline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BV-BRC genome annotation features; Logistic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(1/1)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" y="1280160"/>
            <a:ext cx="96316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17_external_tet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High F1 (~0.97) on a small balanced test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Top features are tetracycline-related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First external proof; the small balanced test is a caveat.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High F1 (~0.97) on a small balanced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