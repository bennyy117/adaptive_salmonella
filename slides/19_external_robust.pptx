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Robust External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Cluster-aware split and quinolone-aware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Cluster-aware split and quinolone-aware features.  This is experiment 19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Harden external validation against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Jaccard clusters, negative control, similarity diagnostic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4490"/>
            <a:ext cx="10515600" cy="47262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19_external_robust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10" y="1280160"/>
            <a:ext cx="10511299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19_external_robust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5225"/>
            <a:ext cx="10515600" cy="4324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19_external_robust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Cluster-aware split degenerates to random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Negative control is clean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Cluster-aware split degenerated; corrected with core SNP/MLST (24-25).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Cluster-aware split degenerates to random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