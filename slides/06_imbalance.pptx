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Handling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Strategies for the rare resistant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Strategies for the rare resistant class.  This is experiment 6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Improve detection of rare resistant samples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Class weighting, threshold tuning, oversampling, XGBoost weighted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58902"/>
            <a:ext cx="10515600" cy="3997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06_imbalance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58902"/>
            <a:ext cx="10515600" cy="3997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06_imbalance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58902"/>
            <a:ext cx="10515600" cy="3997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06_imbalance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Balancing raises recall at some precision cost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Prioritize F1, balanced accuracy and AUPRC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The metric choice (F1/AUPRC) is used throughout the whole study.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Balancing raises recall at some precision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