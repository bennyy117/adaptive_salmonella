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New-drug Generalization (Leave-one-drug-out)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Simulate prediction for an unseen drug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Simulate prediction for an unseen drug.  This is experiment 16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Test generalization to a held-out antibiotic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Sample-drug pairs; hold out one drug at a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(1/2)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23" y="1280160"/>
            <a:ext cx="9597273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16_new_drug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(2/2)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23" y="1280160"/>
            <a:ext cx="9597273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16_new_drug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Genome + chemical mean F1 0.844 vs genome-only 0.729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Drug metadata helps only when combined with genome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New-drug simulation; note that the same genomes appear across drugs.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Genome + chemical mean F1 0.844 vs genome-only 0.729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