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Functional Feature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Add domain / functional-like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Add domain / functional-like features.  This is experiment 8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Enrich features with functional gene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Keyword functional groups (beta-lactamase, efflux, ...)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08_functional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08_functional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08_functional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Helps some drugs (AMP/AUG/AXO)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Not sufficient as a standalone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 feeding the adaptive fusion in experiment 14.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Helps some drugs (AMP/AUG/AXO)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