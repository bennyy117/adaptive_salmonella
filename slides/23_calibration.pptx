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Probability Calibration and Screening Utility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Is the model deployable?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Is the model deployable?.  This is experiment 23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Assess probability quality and clinical usefulness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Out-of-fold probabilities, isotonic calibration, decision curve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(1/1)</a:t>
            </a:r>
          </a:p>
        </p:txBody>
      </p:sp>
      <p:pic>
        <p:nvPicPr>
          <p:cNvPr id="3" name="Picture 2" descr="fig_fig6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832104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23_calibration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ECE reduced to ~0.005-0.01 after isotonic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NPV 0.98-0.998; low alert rate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Positive net benefit vs treat-all/none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Deployability evidence; still a screening aid, not a replacement for 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ECE reduced to ~0.005-0.01 after isotonic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