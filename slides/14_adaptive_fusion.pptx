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Adaptive Feature Fusion (Direction 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Select the best module and model per antibiotic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Select the best module and model per antibiotic.  This is experiment 14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Test antibiotic-specific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Many modules x models, 10 repeats, best per drug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14_adaptive_fusion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14_adaptive_fusion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14_adaptive_fusion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Each drug prefers a different module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Small F1 deltas (+0.000 to +0.027)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Descriptive support for adaptive 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Central framework; later shown to only reach parity by experiments 20-21.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Each drug prefers a different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