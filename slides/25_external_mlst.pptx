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External Validation with MLST Group-aware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Fix balanced-subset and group-split flaws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Fix balanced-subset and group-split flaws.  This is experiment 25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Evaluate external drugs at true prevalence, controlling lineage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Self-fetch BV-BRC labels/features/MLST; group-aware CV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(1/1)</a:t>
            </a:r>
          </a:p>
        </p:txBody>
      </p:sp>
      <p:pic>
        <p:nvPicPr>
          <p:cNvPr id="3" name="Picture 2" descr="fig_fig4_external_ml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80160"/>
            <a:ext cx="832104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25_external_mlst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TET stays robust (F1 0.91)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CIP/NAL/GEN collapse to ~0.5 (lineage confounding)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subsets inflated earlier scores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Corrects earlier external over-optimism using true prevalence and MLST.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TET stays robust (F1 0.91)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