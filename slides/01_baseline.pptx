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Baseline: Expert Markers vs Accessory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Compare the 50 paper-ready markers with features re-selected from the accessory genome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Compare the 50 paper-ready markers with features re-selected from the accessory genome.  This is experiment 1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Establish a strong baseline for Salmonella AMR prediction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Check whether accessory-derived features can match expert markers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50 paper-ready markers per drug as baseline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Chi-squared re-selection on the accessory matrix (train only)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Logistic Regression / Random Forest across 5 antibiotics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(1/3)</a:t>
            </a:r>
          </a:p>
        </p:txBody>
      </p:sp>
      <p:pic>
        <p:nvPicPr>
          <p:cNvPr id="3" name="Picture 2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175" y="1280160"/>
            <a:ext cx="853717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01_baseline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(2/3)</a:t>
            </a:r>
          </a:p>
        </p:txBody>
      </p:sp>
      <p:pic>
        <p:nvPicPr>
          <p:cNvPr id="3" name="Picture 2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74276"/>
            <a:ext cx="10515600" cy="43666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01_baseline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(3/3)</a:t>
            </a:r>
          </a:p>
        </p:txBody>
      </p:sp>
      <p:pic>
        <p:nvPicPr>
          <p:cNvPr id="3" name="Picture 2" descr="im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74276"/>
            <a:ext cx="10515600" cy="43666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01_baseline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Paper-ready 50 markers are already very strong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Re-selected accessory features reach comparable performance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Motivates deeper study of the accessory genome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Exploratory baseline; its finding motivates the accessory-focused study.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Paper-ready 50 markers are already very strong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