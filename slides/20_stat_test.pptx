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Statistical Testing (Simple Modules)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Is the adaptive advantage statistically significant?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Is the adaptive advantage statistically significant?.  This is experiment 20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Test adaptive modules vs the expert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Repeated CV + Nadeau-Bengio t-test + Holm correction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Lineage-aware split and negative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delta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20_stat_test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0/5 antibiotics significant after correction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Adaptive fusion is on par with the baseline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Negative control ~0.5 (no trivial leakage)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Reliability result: adaptive fusion equals the baseline (not significant).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0/5 antibiotics significant after correction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