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Antibiotic-aware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Add chemical and drug-class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Add chemical and drug-class information.  This is experiment 15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Incorporate drug knowledge into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PubChem descriptors, drug-class flags, optional genome-drug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(1/2)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" y="1280160"/>
            <a:ext cx="96316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15_antibiotic_aware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(2/2)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43219"/>
            <a:ext cx="10515600" cy="46287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15_antibiotic_aware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Chemical/class info is useful combined with genome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Antibiotic metadata analysis supporting new-drug generalization (16).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Chemical/class info is useful combined with genome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