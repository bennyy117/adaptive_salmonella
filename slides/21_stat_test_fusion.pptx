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Statistical Testing (All Direction O Modules)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Test the full advanced module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Test the full advanced module set.  This is experiment 21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Check whether advanced modules beat the baseline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Same statistical harness on ensemble/graph/embedding modules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(1/1)</a:t>
            </a:r>
          </a:p>
        </p:txBody>
      </p:sp>
      <p:pic>
        <p:nvPicPr>
          <p:cNvPr id="3" name="Picture 2" descr="fig_fig2_adaptive_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832104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21_stat_test_fusion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Still 0/5 significant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Confirms winner's curse in Direction 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Confirms the winner's curse in Direction 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Still 0/5 significant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