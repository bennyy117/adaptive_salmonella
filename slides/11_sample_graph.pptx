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Sample-similarity Graph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Add features from a Jaccard sample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Add features from a Jaccard sample graph.  This is experiment 11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Use similar samples' labels as signal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kNN Jaccard neighbors; neighbor resistance statistics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This exploratory notebook produced tabular outputs.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See the consolidated report tables for the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Helps CHL and FOX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Feeds the adaptive fusion module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Candidate module; consolidated in experiment 14.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Helps CHL and FOX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