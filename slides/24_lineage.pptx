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Lineage-aware Validation (Core SNP)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Control for population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Control for population structure.  This is experiment 24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Detect population-structure confounding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Core SNP distance clusters, leave-lineage-out, feature dropout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(1/1)</a:t>
            </a:r>
          </a:p>
        </p:txBody>
      </p:sp>
      <p:pic>
        <p:nvPicPr>
          <p:cNvPr id="3" name="Picture 2" descr="fig_fig3_lineage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832104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24_lineage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~97% of genomes form one clonal lineage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AXO/FOX robust; AMP/AUG/CHL confounded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AXO/FOX rely on a few top markers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Central validity result: quantifies population-structure confounding.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~97% of genomes form one clonal lineage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