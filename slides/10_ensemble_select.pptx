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Ensemble Feature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Combine several selectors into one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Combine several selectors into one ranking.  This is experiment 10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Select robust features from many criteria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Chi-squared + L1-logistic + RF importance, averaged rank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(1/3)</a:t>
            </a:r>
          </a:p>
        </p:txBody>
      </p:sp>
      <p:pic>
        <p:nvPicPr>
          <p:cNvPr id="3" name="Picture 2" descr="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405" y="1280160"/>
            <a:ext cx="862671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10_ensemble_select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(2/3)</a:t>
            </a:r>
          </a:p>
        </p:txBody>
      </p:sp>
      <p:pic>
        <p:nvPicPr>
          <p:cNvPr id="3" name="Picture 2" descr="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405" y="1280160"/>
            <a:ext cx="862671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10_ensemble_select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(3/3)</a:t>
            </a:r>
          </a:p>
        </p:txBody>
      </p:sp>
      <p:pic>
        <p:nvPicPr>
          <p:cNvPr id="3" name="Picture 2" descr="im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405" y="1280160"/>
            <a:ext cx="862671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10_ensemble_select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Improves F1 for several drugs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Most clearly for FOX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Candidate module; strongest for FOX.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Improves F1 for several drugs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