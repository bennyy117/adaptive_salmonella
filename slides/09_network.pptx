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Network-guided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Features from a gene co-occurrence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Features from a gene co-occurrence network.  This is experiment 9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Exploit gene co-occurrence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Co-occurrence graph; attempted STRING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76" y="1280160"/>
            <a:ext cx="952916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09_network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76" y="1280160"/>
            <a:ext cx="952916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09_network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76" y="1280160"/>
            <a:ext cx="952916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09_network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Small gains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STRING identifiers hard to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module; limited by gene identifier mismatch.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Small gains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