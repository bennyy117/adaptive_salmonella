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Signal Source: Accessory Genome vs Core SNP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5A5A"/>
                </a:solidFill>
                <a:latin typeface="Arial"/>
              </a:rPr>
              <a:t>Which genome representation predicts resistance better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rial"/>
              </a:rPr>
              <a:t>Antibiotic-aware Adaptive Feature Fusion for Salmonella Antimicrobial Resistance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Which genome representation predicts resistance better.  This is experiment 3 of 26 in a study of antibiotic-aware adaptive feature fusion for Salmonella antimicrobial resistance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Compare accessory genes, core SNPs and their combination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Identify the dominant predictive signal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Data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Chi-squared top-k on each representation (train only)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Logistic Regression, 10 repeated splits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F1 score (primary metric for imbalanced data)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Balanced accuracy and AUPRC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Feature selection and thresholding on training data only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Reliability checks where applicable: statistical test, lineage-aware split, negative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(1/3)</a:t>
            </a:r>
          </a:p>
        </p:txBody>
      </p:sp>
      <p:pic>
        <p:nvPicPr>
          <p:cNvPr id="3" name="Picture 2" descr="fig_fig1_accessory_vs_sn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280160"/>
            <a:ext cx="832104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03_signal_source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(2/3)</a:t>
            </a:r>
          </a:p>
        </p:txBody>
      </p:sp>
      <p:pic>
        <p:nvPicPr>
          <p:cNvPr id="3" name="Picture 2" descr="im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90803"/>
            <a:ext cx="10515600" cy="43335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03_signal_source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(3/3)</a:t>
            </a:r>
          </a:p>
        </p:txBody>
      </p:sp>
      <p:pic>
        <p:nvPicPr>
          <p:cNvPr id="3" name="Picture 2" descr="im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90803"/>
            <a:ext cx="10515600" cy="43335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03_signal_source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Accessory beats core SNP on all 5 drugs (F1 gap 0.08-0.32)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Combined is almost equal to accessory alone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Core SNPs add little predictive signal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Key result: establishes the accessory genome as the main predictive signal.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Arial"/>
              </a:rPr>
              <a:t>Accessory beats core SNP on all 5 drugs (F1 gap 0.08-0.32)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