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Stability Selection of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Measure how stable selected features are across many data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Measure how stable selected features are across many data splits.  This is experiment 2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Assess robustness of feature selection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Identify consistently selected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Repeat selection over many train/test splits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Count selection frequency and Jaccard overlap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13" y="1280160"/>
            <a:ext cx="959709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02_stability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13" y="1280160"/>
            <a:ext cx="959709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02_stability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13" y="1280160"/>
            <a:ext cx="959709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02_stability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k=200 is generally more stable than k=50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AXO/FOX show the highest selection overlap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Exploratory; stability informs the feature selection used later.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k=200 is generally more stable than k=50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