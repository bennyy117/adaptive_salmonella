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Phylogeny-informed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Use an IQ-TREE phylogeny built from core SNPs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Use an IQ-TREE phylogeny built from core SNPs.  This is experiment 7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whether phylogenetic structure helps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Build tree from core SNPs, derive phylogeny-aware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07_phylogeny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07_phylogeny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07_phylogeny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No clear improvement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Treated as an auxiliary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Auxiliary analysis; phylogeny is not the main axis of the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No clear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