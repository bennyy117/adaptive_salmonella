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Marker-aware Hybrid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Combine expert markers with accessory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Combine expert markers with accessory features.  This is experiment 12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Blend expert knowledge with data-driven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Concatenate paper-50 markers and chi-squared accessory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This exploratory notebook produced tabular outputs.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See the consolidated report tables for the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Useful for AMP, AXO and FOX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Candidate module; consolidated in experiment 14.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Useful for AMP, AXO and FOX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