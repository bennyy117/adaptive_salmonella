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External Multi-drug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Extend to CIP, STR, GEN, 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Extend to CIP, STR, GEN, NAL.  This is experiment 18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Validate across multiple external antibiotics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subsets, repeated split, negative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(1/2)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13" y="1280160"/>
            <a:ext cx="95970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18_external_multi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(2/2)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13" y="1280160"/>
            <a:ext cx="959709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18_external_multi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High F1 but group-aware split was skipped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CIP/NAL show weak mechanism keywords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Group-aware split was skipped here; corrected in experiment 25.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High F1 but group-aware split was skipped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