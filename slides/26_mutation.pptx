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QRDR Mutation Calling for Quinolones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Mechanism-level features for CIP and 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Mechanism-level features for CIP and NAL.  This is experiment 26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Test true gyrA/parC mutations vs annotation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Fetch gyrA/parC sequences, call QRDR mutations, predict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fig5_mutation_qr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5000"/>
            <a:ext cx="10515600" cy="350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26_mutation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Mutations strongly linked to resistance (0.75-0.88 vs 0.04-0.15)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NAL mutation features generalize (F1 0.85) where annotation fails (0.37)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Mechanism features beat annotation in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Capstone: mechanism features recover generalization for quinolones.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Mutations strongly linked to resistance (0.75-0.88 vs 0.04-0.15)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