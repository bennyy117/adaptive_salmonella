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Temporal Split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Train on older years, test on a newer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Train on older years, test on a newer year.  This is experiment 4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Test realistic difficulty beyond random splits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Detect temporal distribution shift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Train years &lt;=2017, test 2018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Compare against random split on the same subset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6" y="1280160"/>
            <a:ext cx="718108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04_temporal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20" y="1280160"/>
            <a:ext cx="71932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04_temporal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6" y="1280160"/>
            <a:ext cx="718108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04_temporal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Modest performance drop under temporal split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Small test set limits strong conclusions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Robustness check; the small 2018 test set is a caveat.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Modest performance drop under temporal split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