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Biological Annotation of Top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Do top features map to real resistance genes?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Do top features map to real resistance genes?.  This is experiment 22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Interpret top features via a CARD/ResFinder catalog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Stability selection + AMR gene-family matching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(1/1)</a:t>
            </a:r>
          </a:p>
        </p:txBody>
      </p:sp>
      <p:pic>
        <p:nvPicPr>
          <p:cNvPr id="3" name="Picture 2" descr="fi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80160"/>
            <a:ext cx="832104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22_annotation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Paper-50 contains real genes (floR, sul1)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Top accessory features only 0-2.5% annotatable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Sequence-based tools needed for full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Annotation coverage is weak; sequence-based tools are recommended.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Paper-50 contains real genes (floR, sul1)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