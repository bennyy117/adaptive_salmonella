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822960" y="2194560"/>
            <a:ext cx="105156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000000"/>
                </a:solidFill>
                <a:latin typeface="Arial"/>
              </a:rPr>
              <a:t>Biological Interpretation of Features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3840480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>
                <a:solidFill>
                  <a:srgbClr val="5A5A5A"/>
                </a:solidFill>
                <a:latin typeface="Arial"/>
              </a:rPr>
              <a:t>Interpret the most important and stable features biologically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85216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>
                <a:solidFill>
                  <a:srgbClr val="5A5A5A"/>
                </a:solidFill>
                <a:latin typeface="Arial"/>
              </a:rPr>
              <a:t>Antibiotic-aware Adaptive Feature Fusion for Salmonella Antimicrobial Resistance Prediction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Context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Interpret the most important and stable features biologically.  This is experiment 5 of 26 in a study of antibiotic-aware adaptive feature fusion for Salmonella antimicrobial resistance prediction.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Objective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Link predictive features to biology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Assess annotation quality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Data &amp; Method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Keyword / annotation matching of top features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Evaluation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F1 score (primary metric for imbalanced data)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Balanced accuracy and AUPRC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Feature selection and thresholding on training data only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Reliability checks where applicable: statistical test, lineage-aware split, negative control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(1/3)</a:t>
            </a:r>
          </a:p>
        </p:txBody>
      </p:sp>
      <p:pic>
        <p:nvPicPr>
          <p:cNvPr id="3" name="Picture 2" descr="img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94002"/>
            <a:ext cx="10515600" cy="4727196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05_bio_interp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(2/3)</a:t>
            </a:r>
          </a:p>
        </p:txBody>
      </p:sp>
      <p:pic>
        <p:nvPicPr>
          <p:cNvPr id="3" name="Picture 2" descr="img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5" y="1280160"/>
            <a:ext cx="862671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05_bio_interp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72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>
                <a:solidFill>
                  <a:srgbClr val="000000"/>
                </a:solidFill>
                <a:latin typeface="Arial"/>
              </a:rPr>
              <a:t>Results (3/3)</a:t>
            </a:r>
          </a:p>
        </p:txBody>
      </p:sp>
      <p:pic>
        <p:nvPicPr>
          <p:cNvPr id="3" name="Picture 2" descr="img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7405" y="1280160"/>
            <a:ext cx="8626710" cy="475488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822960" y="612648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400" b="0">
                <a:solidFill>
                  <a:srgbClr val="5A5A5A"/>
                </a:solidFill>
                <a:latin typeface="Arial"/>
              </a:rPr>
              <a:t>Result figure from notebook 05_bio_interp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Key Findings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Some known AMR genes appear among top features</a:t>
            </a:r>
          </a:p>
          <a:p>
            <a:pPr>
              <a:spcAft>
                <a:spcPts val="1400"/>
              </a:spcAft>
            </a:pPr>
            <a:r>
              <a:rPr sz="2200">
                <a:solidFill>
                  <a:srgbClr val="000000"/>
                </a:solidFill>
                <a:latin typeface="Arial"/>
              </a:rPr>
              <a:t>•  Annotation coverage remains weak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>
                <a:solidFill>
                  <a:srgbClr val="000000"/>
                </a:solidFill>
                <a:latin typeface="Arial"/>
              </a:rPr>
              <a:t>Preliminary interpretation; deeper annotation is done in experiment 22.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57200"/>
            <a:ext cx="10972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000000"/>
                </a:solidFill>
                <a:latin typeface="Arial"/>
              </a:rPr>
              <a:t>Conclusion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2011680"/>
            <a:ext cx="10515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>
                <a:solidFill>
                  <a:srgbClr val="000000"/>
                </a:solidFill>
                <a:latin typeface="Arial"/>
              </a:rPr>
              <a:t>Some known AMR genes appear among top features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